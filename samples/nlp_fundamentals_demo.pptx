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Foundations of Natural Language Processing (Demonstration Notes)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Natural language processing (NLP) is a branch of artificial intelligence that enables computers to analyse, understand and generate human language.</a:t>
            </a:r>
          </a:p>
          <a:p>
            <a:r>
              <a:rPr sz="1200"/>
              <a:t>NLP combines ideas from linguistics, computer science and statistics.</a:t>
            </a:r>
          </a:p>
          <a:p>
            <a:r>
              <a:rPr sz="1200"/>
              <a:t>Typical NLP applications include machine translation, sentiment analysis, chatbots, spam filtering and information retrieval.</a:t>
            </a:r>
          </a:p>
          <a:p>
            <a:r>
              <a:rPr sz="1200"/>
              <a:t>Human language is difficult for computers because it is ambiguous, context dependent and constantly changing.</a:t>
            </a:r>
          </a:p>
          <a:p>
            <a:r>
              <a:rPr sz="1200"/>
              <a:t>A single sentence can have several valid interpretations, so NLP systems must use context to choose the most likely meaning.</a:t>
            </a:r>
          </a:p>
          <a:p>
            <a:r>
              <a:rPr sz="1200"/>
              <a:t>Early NLP systems relied on hand-written rules, whereas modern systems learn patterns from large collections of text called corpora.</a:t>
            </a:r>
          </a:p>
          <a:p>
            <a:r>
              <a:rPr sz="1200"/>
              <a:t>A corpus is a large, structured collection of texts used to study language or train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Text preprocessing is the process of cleaning and standardising raw text before analysis.</a:t>
            </a:r>
          </a:p>
          <a:p>
            <a:r>
              <a:rPr sz="1200"/>
              <a:t>Preprocessing usually includes lowercasing, removing punctuation, handling numbers and removing extra whitespace.</a:t>
            </a:r>
          </a:p>
          <a:p>
            <a:r>
              <a:rPr sz="1200"/>
              <a:t>The quality of preprocessing has a direct effect on every later stage of an NLP pipeline.</a:t>
            </a:r>
          </a:p>
          <a:p>
            <a:r>
              <a:rPr sz="1200"/>
              <a:t>Noise removal refers to deleting irrelevant content such as HTML tags, page numbers and repeated headers.</a:t>
            </a:r>
          </a:p>
          <a:p>
            <a:r>
              <a:rPr sz="1200"/>
              <a:t>Normalisation means converting text into a consistent form, for example expanding contractions or mapping different spellings of a word to one standard spelling.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Tokenization is the process of splitting text into smaller units called tokens.</a:t>
            </a:r>
          </a:p>
          <a:p>
            <a:r>
              <a:rPr sz="1200"/>
              <a:t>Tokens are usually words, subwords or punctuation marks.</a:t>
            </a:r>
          </a:p>
          <a:p>
            <a:r>
              <a:rPr sz="1200"/>
              <a:t>Sentence segmentation divides a paragraph into individual sentences, while word tokenization divides a sentence into words.</a:t>
            </a:r>
          </a:p>
          <a:p>
            <a:r>
              <a:rPr sz="1200"/>
              <a:t>Tokenization is not trivial because abbreviations such as Dr. and e.g. contain full stops that do not end a sentence.</a:t>
            </a:r>
          </a:p>
          <a:p>
            <a:r>
              <a:rPr sz="1200"/>
              <a:t>Subword tokenization methods such as Byte Pair Encoding split rare words into frequent smaller pieces, which helps models handle words they have never seen before.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Words, Stemming and Lemmatization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Stop words are very common words such as the, is and and that carry little meaning on their own.</a:t>
            </a:r>
          </a:p>
          <a:p>
            <a:r>
              <a:rPr sz="1200"/>
              <a:t>Removing stop words reduces the size of the vocabulary and lets an algorithm focus on informative terms.</a:t>
            </a:r>
          </a:p>
          <a:p>
            <a:r>
              <a:rPr sz="1200"/>
              <a:t>Stemming is a technique that removes word suffixes using simple rules to obtain a root form.</a:t>
            </a:r>
          </a:p>
          <a:p>
            <a:r>
              <a:rPr sz="1200"/>
              <a:t>The Porter stemmer is a well-known rule-based stemming algorithm for English.</a:t>
            </a:r>
          </a:p>
          <a:p>
            <a:r>
              <a:rPr sz="1200"/>
              <a:t>Lemmatization is the process of reducing a word to its dictionary form, called the lemma, using vocabulary and morphological analysis.</a:t>
            </a:r>
          </a:p>
          <a:p>
            <a:r>
              <a:rPr sz="1200"/>
              <a:t>Stemming is fast but can produce non-words such as studi, whereas lemmatization is slower but returns valid dictionary words such as study.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Part-of-Speech Tagging and Named Entity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Part-of-speech tagging is the task of assigning a grammatical category, such as noun, verb or adjective, to each token in a sentence.</a:t>
            </a:r>
          </a:p>
          <a:p>
            <a:r>
              <a:rPr sz="1200"/>
              <a:t>Part-of-speech tags help later stages such as parsing and information extraction.</a:t>
            </a:r>
          </a:p>
          <a:p>
            <a:r>
              <a:rPr sz="1200"/>
              <a:t>Named entity recognition (NER) is the task of locating and classifying named entities such as people, organisations, locations and dates in text.</a:t>
            </a:r>
          </a:p>
          <a:p>
            <a:r>
              <a:rPr sz="1200"/>
              <a:t>Named entity recognition is used in search engines, news analysis and customer support systems to extract structured information from unstructured text.</a:t>
            </a:r>
          </a:p>
          <a:p>
            <a:r>
              <a:rPr sz="1200"/>
              <a:t>Hidden Markov Models and Conditional Random Fields are traditional sequence labelling models used for part-of-speech tagging and named entity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Representation: Bag of Words and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Machine learning algorithms require numerical input, so text must be converted into vectors.</a:t>
            </a:r>
          </a:p>
          <a:p>
            <a:r>
              <a:rPr sz="1200"/>
              <a:t>The bag-of-words model represents a document as a vector of word counts and ignores word order.</a:t>
            </a:r>
          </a:p>
          <a:p>
            <a:r>
              <a:rPr sz="1200"/>
              <a:t>Term frequency measures how often a term appears in a document.</a:t>
            </a:r>
          </a:p>
          <a:p>
            <a:r>
              <a:rPr sz="1200"/>
              <a:t>Inverse document frequency measures how rare a term is across the whole collection of documents.</a:t>
            </a:r>
          </a:p>
          <a:p>
            <a:r>
              <a:rPr sz="1200"/>
              <a:t>TF-IDF is a weighting scheme that multiplies term frequency by inverse document frequency.</a:t>
            </a:r>
          </a:p>
          <a:p>
            <a:r>
              <a:rPr sz="1200"/>
              <a:t>TF-IDF gives high weight to terms that are frequent in one document but rare in the collection, so common words receive low weight.</a:t>
            </a:r>
          </a:p>
          <a:p>
            <a:r>
              <a:rPr sz="1200"/>
              <a:t>Cosine similarity is a measure of similarity between two vectors based on the angle between them.</a:t>
            </a:r>
          </a:p>
          <a:p>
            <a:r>
              <a:rPr sz="1200"/>
              <a:t>Cosine similarity is used in information retrieval to rank documents by their relevance to a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Word embeddings are dense vector representations of words in which words with similar meanings have similar vectors.</a:t>
            </a:r>
          </a:p>
          <a:p>
            <a:r>
              <a:rPr sz="1200"/>
              <a:t>Unlike bag-of-words vectors, word embeddings capture semantic relationships between words.</a:t>
            </a:r>
          </a:p>
          <a:p>
            <a:r>
              <a:rPr sz="1200"/>
              <a:t>Word2Vec is a neural method that learns word embeddings by predicting words from their surrounding context.</a:t>
            </a:r>
          </a:p>
          <a:p>
            <a:r>
              <a:rPr sz="1200"/>
              <a:t>The distributional hypothesis states that words appearing in similar contexts tend to have similar meanings.</a:t>
            </a:r>
          </a:p>
          <a:p>
            <a:r>
              <a:rPr sz="1200"/>
              <a:t>Contextual embeddings produced by transformer models assign different vectors to the same word in different sentences, because the surrounding words change the representation.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A language model is a model that assigns probabilities to sequences of words.</a:t>
            </a:r>
          </a:p>
          <a:p>
            <a:r>
              <a:rPr sz="1200"/>
              <a:t>An n-gram model estimates the probability of a word using only the previous n minus one words.</a:t>
            </a:r>
          </a:p>
          <a:p>
            <a:r>
              <a:rPr sz="1200"/>
              <a:t>Smoothing is a technique that assigns a small probability to word sequences that never appeared in the training corpus.</a:t>
            </a:r>
          </a:p>
          <a:p>
            <a:r>
              <a:rPr sz="1200"/>
              <a:t>Perplexity is a metric that measures how well a language model predicts a sample of text, and lower perplexity indicates a better model.</a:t>
            </a:r>
          </a:p>
          <a:p>
            <a:r>
              <a:rPr sz="1200"/>
              <a:t>Neural language models based on the transformer architecture use self-attention to relate every word in a sentence to every other word.</a:t>
            </a:r>
          </a:p>
          <a:p>
            <a:r>
              <a:rPr sz="1200"/>
              <a:t>Language models are used for text generation, autocomplete, speech recognition and machine translation.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of NLP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Precision is the proportion of predicted positive items that are actually correct.</a:t>
            </a:r>
          </a:p>
          <a:p>
            <a:r>
              <a:rPr sz="1200"/>
              <a:t>Recall is the proportion of actual positive items that the system successfully finds.</a:t>
            </a:r>
          </a:p>
          <a:p>
            <a:r>
              <a:rPr sz="1200"/>
              <a:t>The F1 score is the harmonic mean of precision and recall.</a:t>
            </a:r>
          </a:p>
          <a:p>
            <a:r>
              <a:rPr sz="1200"/>
              <a:t>Accuracy can be misleading on imbalanced datasets because a model can score highly by always predicting the majority class.</a:t>
            </a:r>
          </a:p>
          <a:p>
            <a:r>
              <a:rPr sz="1200"/>
              <a:t>A confusion matrix is a table that summarises correct and incorrect predictions for each class.</a:t>
            </a:r>
          </a:p>
          <a:p>
            <a:r>
              <a:rPr sz="1200"/>
              <a:t>BLEU is a metric used to evaluate machine translation by comparing system output with reference translations.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Natural Language Processing (Demonstration Notes)</dc:title>
  <dc:subject>Demonstration material only. These synthetic notes were written for this sample and summarise widely taught introductory ideas; they are not taken from any textbook.</dc:subject>
  <dc:creator/>
  <cp:keywords/>
  <dc:description>Demonstration material only. These synthetic notes were written for this sample and summarise widely taught introductory ideas; they are not taken from any textbook.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